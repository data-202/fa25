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9" Type="http://schemas.openxmlformats.org/officeDocument/2006/relationships/viewProps" Target="viewProps.xml" /><Relationship Id="rId8" Type="http://schemas.openxmlformats.org/officeDocument/2006/relationships/presProps" Target="presProps.xml" /><Relationship Id="rId1" Type="http://schemas.openxmlformats.org/officeDocument/2006/relationships/slideMaster" Target="slideMasters/slideMaster1.xml" /><Relationship Id="rId11" Type="http://schemas.openxmlformats.org/officeDocument/2006/relationships/tableStyles" Target="tableStyles.xml" /><Relationship Id="rId1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sp25"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2.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Annotated Bibliography</a:t>
            </a:r>
          </a:p>
          <a:p>
            <a:pPr lvl="0" indent="0" marL="0">
              <a:buNone/>
            </a:pPr>
            <a:r>
              <a:rPr/>
              <a:t>Your annotated bibliography for the final paper is due anytime before midterms. You can use OpenAlex or the Web of Science (WoS) to gather your annotations.</a:t>
            </a:r>
          </a:p>
          <a:p>
            <a:pPr lvl="0" indent="0" marL="0">
              <a:spcBef>
                <a:spcPts val="3000"/>
              </a:spcBef>
              <a:buNone/>
            </a:pPr>
            <a:r>
              <a:rPr b="1"/>
              <a:t>Paper #1</a:t>
            </a:r>
          </a:p>
          <a:p>
            <a:pPr lvl="0" indent="0" marL="0">
              <a:buNone/>
            </a:pPr>
            <a:r>
              <a:rPr/>
              <a:t>You can read more about the final paper </a:t>
            </a:r>
            <a:r>
              <a:rPr>
                <a:hlinkClick r:id="rId2"/>
              </a:rPr>
              <a:t>here</a:t>
            </a:r>
            <a:r>
              <a:rPr/>
              <a:t>.</a:t>
            </a:r>
          </a:p>
          <a:p>
            <a:pPr lvl="0" indent="0" marL="0">
              <a:buNone/>
            </a:pPr>
            <a:r>
              <a:rPr/>
              <a:t>See the instructions for paper assignments if you’d like to write more than one </a:t>
            </a:r>
            <a:r>
              <a:rPr>
                <a:hlinkClick r:id="rId3"/>
              </a:rPr>
              <a:t>here</a:t>
            </a:r>
            <a:r>
              <a:rPr/>
              <a:t>.</a:t>
            </a:r>
          </a:p>
          <a:p>
            <a:pPr lvl="0" indent="0" marL="0">
              <a:buNone/>
            </a:pPr>
            <a:r>
              <a:rPr/>
              <a:t>Also, learn more about paper assignments </a:t>
            </a:r>
            <a:r>
              <a:rPr>
                <a:hlinkClick r:id="rId4"/>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2025-11-12T23:31:23Z</dcterms:created>
  <dcterms:modified xsi:type="dcterms:W3CDTF">2025-11-12T23:31:23Z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